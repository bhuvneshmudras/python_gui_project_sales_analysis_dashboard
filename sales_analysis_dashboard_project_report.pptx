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5280-3873-F1DC-C47C-AEBB5B6D4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8B975-B2AD-8DDC-7413-0829DE7C9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C219-D803-BD09-F29B-A1A01740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54462-F5BD-429A-2892-5BAAB39EF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0A27A-5110-1BF0-C046-C3145755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7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6A13-00C5-B058-6BDE-96455166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98C0-59F8-B459-15E5-1BE026C20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E7A60-C627-EBC5-1B6E-F0F6AE27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CC7E5-061C-C2D5-736C-D93D969F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75100-44BA-2AAC-6052-17404793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02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C6EB-352B-69C1-95DB-C2C00A9C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6BD8E-0204-DC6C-048A-2500A81E2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E4ED-76E6-07BA-E08E-F7F71B12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88A5-1612-56EB-CB75-F40C06891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7B68F-52E2-B9B4-38E5-AFF876F4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02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64A9-CE77-4772-0970-68465706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DB85B-53A9-8899-4E81-77668097E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659C6-B45D-D443-4664-117C6BB34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AAB28-90CE-6428-B6C2-6ABA1F21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143FA-5E82-83B0-75CD-05C3B018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BB9D1-901F-E658-96B1-E5BBD194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27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6AA13-A6B6-90AC-9A70-081F08B0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DA42-6BEA-89C0-9D6A-BA9FBECEF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424D8-026C-54F3-E31F-1E1D42205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AA5D9-E8A9-1051-CEE0-1C07452DE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1D142-FB8D-933F-B436-366F1D21D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18826-3C9D-ADF2-6A76-B4F721B1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DC285-8839-7DCD-D2CF-4AF29B21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79681-51B7-60D7-3118-28888B3E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3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6A62-609D-C8B8-E803-B91C4A62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4F1DF-A2F0-EC23-C5F0-3FD2F93A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675E0-B70B-4AFB-05B5-080D0997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9ACD3-86B7-6EE5-8034-417D001A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81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657CC-A9FE-5C09-2DBD-35919971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177D43-6F4D-5AD0-D961-85A1D705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7ACB8-FB02-AD17-27E4-6EEB2BE7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0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1B5D-9DF3-5FA0-C2BE-205FABCE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5511-20FD-A59C-46D5-5ABFD370E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754D0-A090-3DCB-E393-B6A8CAE1B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3A53B-5895-46E4-5B6B-87B49E75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42883-92E0-82DC-34CA-77A36418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FA4B6-6D49-1544-76A7-7BEE680B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94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8295-C4E7-CF34-160D-4D778FC0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216A00-0714-3D81-6E6A-CDE904D79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54201-8211-DE2F-86EB-4F036E8B0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12DA4-ECE9-9C50-C863-C833F34E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E4DAE-80FF-5E7E-348D-19AA8D7E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C6EA0-1FA0-7F64-F46D-5B680393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78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772A-CDC9-9CC8-1151-5025C5D7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1535C-2C85-4C50-F157-9576E70D7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BAA4F-5B44-DA02-567C-7B15E6AD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0356-6457-5E8A-1357-33EDD3DE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6E1C7-B3B3-4445-C786-4F9D7CBE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0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3DDF0-2CE6-4BBD-E2BD-3AAE72601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D9329-8B0A-EB87-E93F-850572F54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A37DB-5C43-5ADF-662C-0DFAACF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89AA-A869-8A81-8A3F-893DF09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CAEB-2D2E-24B2-D87C-C412474D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44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472C8-0C87-D748-32AD-13363006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3DCD-EB64-9E87-DE37-CF72E641D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E7CD1-3D17-1817-DD25-8611CFD3B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470F6-5251-4B3A-8262-FB8E46E594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84C8-FE15-FF9D-EDA2-A767CF947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49088-1DCC-2C55-FD24-8E74D0759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5FF64-691A-4C5E-8AD5-32226CE17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72E2-9DED-5FE7-B2F7-7DCCFA19B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⭐ PROJECT REPORT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E8924-AA99-5707-48B8-9410C4EA6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82529"/>
            <a:ext cx="9144000" cy="2475271"/>
          </a:xfrm>
        </p:spPr>
        <p:txBody>
          <a:bodyPr/>
          <a:lstStyle/>
          <a:p>
            <a:r>
              <a:rPr lang="en-IN" b="1" dirty="0"/>
              <a:t>Sales Data Analysis Dashboard (Python + </a:t>
            </a:r>
            <a:r>
              <a:rPr lang="en-IN" b="1" dirty="0" err="1"/>
              <a:t>Tkinter</a:t>
            </a:r>
            <a:r>
              <a:rPr lang="en-IN" b="1" dirty="0"/>
              <a:t> + MySQL)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178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D0EA92-3072-CF4C-BD22-544CF0E13004}"/>
              </a:ext>
            </a:extLst>
          </p:cNvPr>
          <p:cNvSpPr txBox="1"/>
          <p:nvPr/>
        </p:nvSpPr>
        <p:spPr>
          <a:xfrm>
            <a:off x="688258" y="275301"/>
            <a:ext cx="10146889" cy="5152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6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1. Introduction</a:t>
            </a:r>
            <a:endParaRPr lang="en-IN" sz="66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</a:t>
            </a: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Sales Data Analysis Dashboard</a:t>
            </a: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is a desktop application designed to help businesses manage their sales, products, and staff using a simple and intuitive interface. The system allows salespersons to add and track orders easily, while administrators can manage products, users, and view detailed analytics.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This project combines Python, </a:t>
            </a:r>
            <a:r>
              <a:rPr lang="en-IN" sz="2800" b="1" kern="0" dirty="0" err="1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Tkinter</a:t>
            </a: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, MySQL, Pandas, and Matplotlib to offer a complete end-to-end solution for sales tracking and visualization.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71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116F9-C67D-8AFC-02D5-01DD1F763CB4}"/>
              </a:ext>
            </a:extLst>
          </p:cNvPr>
          <p:cNvSpPr txBox="1"/>
          <p:nvPr/>
        </p:nvSpPr>
        <p:spPr>
          <a:xfrm>
            <a:off x="609599" y="235975"/>
            <a:ext cx="10648335" cy="520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60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2. Objectives</a:t>
            </a:r>
            <a:endParaRPr lang="en-IN" sz="60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main goals of the project are: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 provide a simple tool for sales teams to record daily sales.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 allow admin users to manage products and salespeople.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 create visual reports such as revenue charts and category analysis.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 store all data in a reliable MySQL database.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 separate features based on user roles (Admin vs Salesperson).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12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57A9CE-1CEC-E99C-1217-15E40C7D8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44576"/>
              </p:ext>
            </p:extLst>
          </p:nvPr>
        </p:nvGraphicFramePr>
        <p:xfrm>
          <a:off x="838200" y="1160206"/>
          <a:ext cx="10803194" cy="47489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1597">
                  <a:extLst>
                    <a:ext uri="{9D8B030D-6E8A-4147-A177-3AD203B41FA5}">
                      <a16:colId xmlns:a16="http://schemas.microsoft.com/office/drawing/2014/main" val="449412791"/>
                    </a:ext>
                  </a:extLst>
                </a:gridCol>
                <a:gridCol w="5401597">
                  <a:extLst>
                    <a:ext uri="{9D8B030D-6E8A-4147-A177-3AD203B41FA5}">
                      <a16:colId xmlns:a16="http://schemas.microsoft.com/office/drawing/2014/main" val="3547013872"/>
                    </a:ext>
                  </a:extLst>
                </a:gridCol>
              </a:tblGrid>
              <a:tr h="678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Technology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Purpose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4282850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Python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Core programming logic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4747620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Tkinter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GUI (Graphical User Interface)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88239684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MySQL</a:t>
                      </a:r>
                      <a:endParaRPr lang="en-IN" sz="1100" b="1" kern="1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Backend database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9571955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mysql.connector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Connecting Python with MySQL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5079435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Pandas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Reading data into structured format</a:t>
                      </a:r>
                      <a:endParaRPr lang="en-IN" sz="1100" b="1" kern="1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8054112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Matplotlib</a:t>
                      </a:r>
                      <a:endParaRPr lang="en-IN" sz="1100" b="1" kern="1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Generating charts and analytics</a:t>
                      </a:r>
                      <a:endParaRPr lang="en-IN" sz="1100" b="1" kern="1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1789354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9538288-F935-4B00-EFEB-FB4050F10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52" y="532503"/>
            <a:ext cx="12616390" cy="800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3. Technologies Used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32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B1EB0F-8FA7-C23E-D86A-7753B34DB43C}"/>
              </a:ext>
            </a:extLst>
          </p:cNvPr>
          <p:cNvSpPr txBox="1"/>
          <p:nvPr/>
        </p:nvSpPr>
        <p:spPr>
          <a:xfrm>
            <a:off x="786581" y="344129"/>
            <a:ext cx="8662219" cy="7258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3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4. System Architecture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6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project consists of:</a:t>
            </a:r>
            <a:endParaRPr lang="en-IN" sz="16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6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Graphical User Interface (GUI);</a:t>
            </a:r>
            <a:endParaRPr lang="en-IN" sz="16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6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Login Screen</a:t>
            </a:r>
            <a:endParaRPr lang="en-IN" sz="16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6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Admin Dashboard</a:t>
            </a:r>
            <a:endParaRPr lang="en-IN" sz="16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6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Salesperson Dashboard</a:t>
            </a:r>
            <a:endParaRPr lang="en-IN" sz="16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6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Pop-up windows (Add Product, Add Order, Manage Users)</a:t>
            </a:r>
          </a:p>
          <a:p>
            <a:r>
              <a:rPr lang="en-IN" sz="2400" dirty="0">
                <a:solidFill>
                  <a:srgbClr val="002060"/>
                </a:solidFill>
              </a:rPr>
              <a:t>Database Layer;</a:t>
            </a:r>
          </a:p>
          <a:p>
            <a:r>
              <a:rPr lang="en-IN" sz="2400" dirty="0">
                <a:solidFill>
                  <a:srgbClr val="002060"/>
                </a:solidFill>
              </a:rPr>
              <a:t>Tables: users, products, sales</a:t>
            </a:r>
          </a:p>
          <a:p>
            <a:r>
              <a:rPr lang="en-IN" sz="2400" dirty="0">
                <a:solidFill>
                  <a:srgbClr val="002060"/>
                </a:solidFill>
              </a:rPr>
              <a:t>Stores all data persistently</a:t>
            </a:r>
          </a:p>
          <a:p>
            <a:r>
              <a:rPr lang="en-IN" sz="2400" dirty="0">
                <a:solidFill>
                  <a:srgbClr val="002060"/>
                </a:solidFill>
              </a:rPr>
              <a:t>Business Logic Layer;</a:t>
            </a:r>
          </a:p>
          <a:p>
            <a:r>
              <a:rPr lang="en-IN" sz="2400" dirty="0">
                <a:solidFill>
                  <a:srgbClr val="002060"/>
                </a:solidFill>
              </a:rPr>
              <a:t>Login authentication</a:t>
            </a:r>
          </a:p>
          <a:p>
            <a:r>
              <a:rPr lang="en-IN" sz="2400" dirty="0">
                <a:solidFill>
                  <a:srgbClr val="002060"/>
                </a:solidFill>
              </a:rPr>
              <a:t>Product management</a:t>
            </a:r>
          </a:p>
          <a:p>
            <a:r>
              <a:rPr lang="en-IN" sz="2400" dirty="0">
                <a:solidFill>
                  <a:srgbClr val="002060"/>
                </a:solidFill>
              </a:rPr>
              <a:t>Sales management</a:t>
            </a:r>
          </a:p>
          <a:p>
            <a:r>
              <a:rPr lang="en-IN" sz="2400" dirty="0">
                <a:solidFill>
                  <a:srgbClr val="002060"/>
                </a:solidFill>
              </a:rPr>
              <a:t>Data validation</a:t>
            </a:r>
          </a:p>
          <a:p>
            <a:r>
              <a:rPr lang="en-IN" sz="2400" dirty="0">
                <a:solidFill>
                  <a:srgbClr val="002060"/>
                </a:solidFill>
              </a:rPr>
              <a:t>Analytics generation</a:t>
            </a:r>
          </a:p>
          <a:p>
            <a:endParaRPr lang="en-IN" b="1" dirty="0"/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15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63D3D-1F7A-BEA3-0061-AFBEA7EDF28A}"/>
              </a:ext>
            </a:extLst>
          </p:cNvPr>
          <p:cNvSpPr txBox="1"/>
          <p:nvPr/>
        </p:nvSpPr>
        <p:spPr>
          <a:xfrm>
            <a:off x="255639" y="167148"/>
            <a:ext cx="8888361" cy="6289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3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5. Flow of the Application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Step 1: Database Setup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When the application starts, the function </a:t>
            </a:r>
            <a:r>
              <a:rPr lang="en-IN" sz="1200" b="1" kern="0" dirty="0" err="1">
                <a:solidFill>
                  <a:srgbClr val="2F549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2040503050203030202" pitchFamily="18" charset="0"/>
              </a:rPr>
              <a:t>setup_database</a:t>
            </a:r>
            <a:r>
              <a:rPr lang="en-IN" sz="1200" b="1" kern="0" dirty="0">
                <a:solidFill>
                  <a:srgbClr val="2F549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Mangal" panose="02040503050203030202" pitchFamily="18" charset="0"/>
              </a:rPr>
              <a:t>()</a:t>
            </a: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checks if the database exists. If not, it: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Creates the database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Creates required tables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Adds default admin and sample products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Step 2: Launch Application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 </a:t>
            </a:r>
            <a:r>
              <a:rPr lang="en-IN" sz="1800" b="1" kern="0" dirty="0" err="1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Tkinter</a:t>
            </a: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window opens and displays the Login Page.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Step 3: User Login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Admin → goes to Admin Dashboard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Salesperson → goes to Sales Dashboard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6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4829AD-0D37-A811-A6C8-44C0EC089A68}"/>
              </a:ext>
            </a:extLst>
          </p:cNvPr>
          <p:cNvSpPr txBox="1"/>
          <p:nvPr/>
        </p:nvSpPr>
        <p:spPr>
          <a:xfrm>
            <a:off x="206477" y="88490"/>
            <a:ext cx="9360310" cy="608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Step 4: Based on Role</a:t>
            </a:r>
            <a:endParaRPr lang="en-IN" sz="28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Salesperson can: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Orders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Delete Orders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View products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View sales summary (charts)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Admin can:</a:t>
            </a:r>
            <a:endParaRPr lang="en-IN" sz="28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products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Delete products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Manage salespersons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800" b="1" i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View analytics</a:t>
            </a:r>
            <a:endParaRPr lang="en-IN" sz="2800" b="1" i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650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23E3EB-9ED4-BDDB-A3B7-62F4CC0B467A}"/>
              </a:ext>
            </a:extLst>
          </p:cNvPr>
          <p:cNvSpPr txBox="1"/>
          <p:nvPr/>
        </p:nvSpPr>
        <p:spPr>
          <a:xfrm>
            <a:off x="235974" y="78658"/>
            <a:ext cx="8908026" cy="66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3600" b="1" kern="180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6</a:t>
            </a:r>
            <a:r>
              <a:rPr lang="en-IN" sz="3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 Key Functional Modules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6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.1 Login Module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User enters username &amp; password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SQL query checks database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Based on role → loads correct dashboard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Invalid login → error message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6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.2 Sales Module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Salesperson can: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order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Auto-calculates price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Checks stock availability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Updates inventory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Delete order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View sales summary (graphs)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130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EE143E-1268-F3F5-D467-DD5C07348D9D}"/>
              </a:ext>
            </a:extLst>
          </p:cNvPr>
          <p:cNvSpPr txBox="1"/>
          <p:nvPr/>
        </p:nvSpPr>
        <p:spPr>
          <a:xfrm>
            <a:off x="176981" y="275303"/>
            <a:ext cx="8967019" cy="5392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6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.3 Admin Module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Admin can: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Add/delete products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new salespersons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View financial charts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6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.4 Analytics Module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Uses matplotlib to generate: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Sales over time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Revenue by region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Region share pie chart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Revenue by category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Top 5 best-selling products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33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2C080-DF2B-E9F1-0238-6E17D0093826}"/>
              </a:ext>
            </a:extLst>
          </p:cNvPr>
          <p:cNvSpPr txBox="1"/>
          <p:nvPr/>
        </p:nvSpPr>
        <p:spPr>
          <a:xfrm>
            <a:off x="127819" y="137652"/>
            <a:ext cx="9399639" cy="5337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3600" b="1" kern="180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7</a:t>
            </a:r>
            <a:r>
              <a:rPr lang="en-IN" sz="3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 Strengths of the System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User-Friendly Interface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Dashboard-style GUI makes navigation easy.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Automatic Database Setup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 need for manual creation of tables.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Real-Time Stock Management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Stock decreases automatically when a sale is added.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Secure Login System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Role-based access adds security.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2000" b="1" kern="0" dirty="0">
                <a:solidFill>
                  <a:srgbClr val="2F5496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IN" sz="20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Visual Analytics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Charts provide insights for better decision-making.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593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6EAAD8-7824-454A-36EC-763248DEA79C}"/>
              </a:ext>
            </a:extLst>
          </p:cNvPr>
          <p:cNvSpPr txBox="1"/>
          <p:nvPr/>
        </p:nvSpPr>
        <p:spPr>
          <a:xfrm>
            <a:off x="255639" y="216310"/>
            <a:ext cx="8888361" cy="247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3600" b="1" kern="180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8</a:t>
            </a:r>
            <a:r>
              <a:rPr lang="en-IN" sz="3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 Limitations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 password encryption (plain text stored)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 online access — works only locally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 print/export feature for reports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Limited styling due to </a:t>
            </a:r>
            <a:r>
              <a:rPr lang="en-IN" sz="1800" b="1" kern="0" dirty="0" err="1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Tkinter’s</a:t>
            </a: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simplicity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314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64AAB-250B-FC6D-7C48-EB81C3ACF128}"/>
              </a:ext>
            </a:extLst>
          </p:cNvPr>
          <p:cNvSpPr txBox="1"/>
          <p:nvPr/>
        </p:nvSpPr>
        <p:spPr>
          <a:xfrm>
            <a:off x="196645" y="196646"/>
            <a:ext cx="8947355" cy="3372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3600" b="1" kern="180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9</a:t>
            </a:r>
            <a:r>
              <a:rPr lang="en-IN" sz="3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 Future Enhancements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REST API for online usage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sales forecasting using machine learning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Enable PDF/Excel export for billing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password encryption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Add graph filters (monthly/weekly/yearly)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Improve UI using </a:t>
            </a:r>
            <a:r>
              <a:rPr lang="en-IN" sz="1800" b="1" kern="0" dirty="0" err="1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PyQt</a:t>
            </a: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 or web interface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44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7D6AD3-5BE1-59B2-4296-92999B2E5953}"/>
              </a:ext>
            </a:extLst>
          </p:cNvPr>
          <p:cNvSpPr txBox="1"/>
          <p:nvPr/>
        </p:nvSpPr>
        <p:spPr>
          <a:xfrm>
            <a:off x="117987" y="78658"/>
            <a:ext cx="9026013" cy="4711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3600" b="1" kern="180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10. Conclusion</a:t>
            </a:r>
            <a:endParaRPr lang="en-IN" sz="2400" b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Sales Data Analysis Dashboard is a compact and efficient tool designed for small businesses or sales teams to manage their data effectively. By integrating GUI, database management, and analytics into one system, the project provides a strong foundation for professional sales tracking and reporting.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The system successfully demonstrates: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Role-based application design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Database-driven GUI applications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Real-time stock updates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Visual data analysis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IN" sz="1800" b="1" kern="0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Overall, this project is a practical and well-structured solution for sales management.</a:t>
            </a:r>
            <a:endParaRPr lang="en-IN" sz="2000" b="1" kern="100" dirty="0"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Widescreen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Segoe UI Symbol</vt:lpstr>
      <vt:lpstr>Times New Roman</vt:lpstr>
      <vt:lpstr>Office Theme</vt:lpstr>
      <vt:lpstr>⭐ PROJECT REPORT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Mudras</dc:creator>
  <cp:lastModifiedBy>Sakshi Mudras</cp:lastModifiedBy>
  <cp:revision>1</cp:revision>
  <dcterms:created xsi:type="dcterms:W3CDTF">2025-11-14T07:32:16Z</dcterms:created>
  <dcterms:modified xsi:type="dcterms:W3CDTF">2025-11-14T07:33:05Z</dcterms:modified>
</cp:coreProperties>
</file>